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34D5A-C06B-4C6F-9EF4-DF3146199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2251C-9248-46A4-9E1E-A865040CF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56516-ADDF-40A6-B334-FFB1960C9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CED4-9F6A-44AC-B1E0-9085EDF91945}" type="datetimeFigureOut">
              <a:rPr lang="en-NG" smtClean="0"/>
              <a:t>17/02/2025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D0B6D-28B7-45C8-AC03-D032EBD52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8369C-8C00-472D-A4BD-CF70D01F2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09A51-CF9D-48A9-9C50-C0F5039DFB5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131766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B4E64-64F5-4F27-9B05-1ED1AD0EB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072F5-A344-48F0-AA25-C5AC2C25C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054D0-C300-4879-AF6F-5E8F22B7F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CED4-9F6A-44AC-B1E0-9085EDF91945}" type="datetimeFigureOut">
              <a:rPr lang="en-NG" smtClean="0"/>
              <a:t>17/02/2025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836EB-EF19-410A-B974-8D6D2224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11AA2-76AB-4FE4-ADAB-9AACA701E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09A51-CF9D-48A9-9C50-C0F5039DFB5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148111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64875-9307-49DE-B0BF-D344D290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37E74-81E5-4747-BBAA-32FB0C47C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87A5F-1DEA-4459-B846-16713AE66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CED4-9F6A-44AC-B1E0-9085EDF91945}" type="datetimeFigureOut">
              <a:rPr lang="en-NG" smtClean="0"/>
              <a:t>17/02/2025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41671-8D00-4AC0-BCE1-4C90CFDA5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48160-8D99-4A5F-8877-0D8A489B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09A51-CF9D-48A9-9C50-C0F5039DFB5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97307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804A2-E57D-4031-A8D4-B243D786E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225C6-736F-49A1-98E7-16131FFC6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6E360-7E87-4501-90F1-A6F735877A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A2B10A-85CD-4AFB-8C31-B025A64BA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CED4-9F6A-44AC-B1E0-9085EDF91945}" type="datetimeFigureOut">
              <a:rPr lang="en-NG" smtClean="0"/>
              <a:t>17/02/2025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B3A17-1505-41D2-820C-3ADE3D0AB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400A1-31A3-4626-9501-D5A64DCA9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09A51-CF9D-48A9-9C50-C0F5039DFB5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678815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E424C-70F6-453A-8D30-4C2B61776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16AB6-7A8A-495D-9A1F-F3C734B78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17CF2-817D-4490-9A2D-8222F1BF1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A39A6F-B0EE-4308-BA55-9771F91788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7142C7-7E8A-41A0-B3B6-E673D1CA66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C89320-11DE-4C98-A51A-491F95DBE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CED4-9F6A-44AC-B1E0-9085EDF91945}" type="datetimeFigureOut">
              <a:rPr lang="en-NG" smtClean="0"/>
              <a:t>17/02/2025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188B13-40AB-46FE-B5F5-12BE4DE5F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DD0287-3641-47D1-880A-BA244C01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09A51-CF9D-48A9-9C50-C0F5039DFB5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402496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BA04A-010B-4B8F-B185-146988F33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CC685F-E7B4-4558-85E1-1F9927D07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CED4-9F6A-44AC-B1E0-9085EDF91945}" type="datetimeFigureOut">
              <a:rPr lang="en-NG" smtClean="0"/>
              <a:t>17/02/2025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B2CF16-7878-432C-925E-1D5C830B6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360607-6236-4DB7-A186-74D697710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09A51-CF9D-48A9-9C50-C0F5039DFB5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705585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1F3A61-066B-4A1A-92C1-C324CC4F9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CED4-9F6A-44AC-B1E0-9085EDF91945}" type="datetimeFigureOut">
              <a:rPr lang="en-NG" smtClean="0"/>
              <a:t>17/02/2025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E50696-8E41-46AE-90F6-DA59EB4D4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E56A1-B2C5-46F1-A397-47AB820E1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09A51-CF9D-48A9-9C50-C0F5039DFB5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08054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2421D-683A-4ABF-831D-B4D0D4493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F97D6-D29E-4423-8363-669422E10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A7785D-64DC-4DBC-AB27-F7409740A6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6182A-86F6-4ABB-9044-A380C1A16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CED4-9F6A-44AC-B1E0-9085EDF91945}" type="datetimeFigureOut">
              <a:rPr lang="en-NG" smtClean="0"/>
              <a:t>17/02/2025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246320-C397-45FE-9E71-4992C80A0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3C75D-75C9-4F6B-82C0-D0D72EFED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09A51-CF9D-48A9-9C50-C0F5039DFB5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984756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92A60-0BC1-431C-8929-BD33C6373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089C30-1B49-4436-8DEC-F3AA6AA974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F383E0-E97D-46E8-B3FD-939205FAFD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D51DE-4C48-4166-BF0D-5C57D2715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CED4-9F6A-44AC-B1E0-9085EDF91945}" type="datetimeFigureOut">
              <a:rPr lang="en-NG" smtClean="0"/>
              <a:t>17/02/2025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8FF86-5558-4DAF-8A27-EF76E31B8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B7C64-3A32-4589-992D-ECBCF91EA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09A51-CF9D-48A9-9C50-C0F5039DFB5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979340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B6C08-3759-4729-9784-9C49308E6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DFF7DE-3DEC-4606-9118-7014CBDE1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ED5DA-6773-4BC8-BA68-9A42EAC8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CED4-9F6A-44AC-B1E0-9085EDF91945}" type="datetimeFigureOut">
              <a:rPr lang="en-NG" smtClean="0"/>
              <a:t>17/02/2025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A865A-AD61-4D4C-A6B8-DCCF2B54B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E78FF-E69B-41BC-A956-EE2C2C4EF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09A51-CF9D-48A9-9C50-C0F5039DFB5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689528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2782A0-0676-4B6A-BD2A-64402007E8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7BABBB-1052-4A71-96A9-6EC6CB307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579B2-FF4F-4727-8094-B5693C769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CED4-9F6A-44AC-B1E0-9085EDF91945}" type="datetimeFigureOut">
              <a:rPr lang="en-NG" smtClean="0"/>
              <a:t>17/02/2025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1CD9B-EF5B-49F8-AF79-82A49F7B3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A48EC-A24E-46B5-B9DA-ACB1ED68F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09A51-CF9D-48A9-9C50-C0F5039DFB5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602841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DA93B2-6FD5-4BED-A4D4-2D9D8EECC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46F48-6AE2-464F-AADE-2D0881638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73D8B-9942-47DC-9ECE-2C3936502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2CED4-9F6A-44AC-B1E0-9085EDF91945}" type="datetimeFigureOut">
              <a:rPr lang="en-NG" smtClean="0"/>
              <a:t>17/02/2025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6E6A6-5E94-41D9-A469-7DBBA85290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DFE44-ACC0-4ED6-A6E2-81F3364706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C09A51-CF9D-48A9-9C50-C0F5039DFB5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403633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FCB1E2-941E-48E3-AB3C-B5B6E8AA3D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142876"/>
            <a:ext cx="11915775" cy="6586538"/>
          </a:xfrm>
        </p:spPr>
      </p:pic>
    </p:spTree>
    <p:extLst>
      <p:ext uri="{BB962C8B-B14F-4D97-AF65-F5344CB8AC3E}">
        <p14:creationId xmlns:p14="http://schemas.microsoft.com/office/powerpoint/2010/main" val="210871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0D1D461-A651-4ED6-9A1B-D561A626AD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3" y="142874"/>
            <a:ext cx="11930062" cy="6600825"/>
          </a:xfrm>
        </p:spPr>
      </p:pic>
    </p:spTree>
    <p:extLst>
      <p:ext uri="{BB962C8B-B14F-4D97-AF65-F5344CB8AC3E}">
        <p14:creationId xmlns:p14="http://schemas.microsoft.com/office/powerpoint/2010/main" val="3199667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EBD5C1-1FB8-427B-AD25-4BDF46A4B5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8" y="157164"/>
            <a:ext cx="11930061" cy="6557962"/>
          </a:xfrm>
        </p:spPr>
      </p:pic>
    </p:spTree>
    <p:extLst>
      <p:ext uri="{BB962C8B-B14F-4D97-AF65-F5344CB8AC3E}">
        <p14:creationId xmlns:p14="http://schemas.microsoft.com/office/powerpoint/2010/main" val="1477452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9E94F9-C54A-4CD3-BD06-A4C99CBD16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3" y="185738"/>
            <a:ext cx="11858625" cy="6529387"/>
          </a:xfrm>
        </p:spPr>
      </p:pic>
    </p:spTree>
    <p:extLst>
      <p:ext uri="{BB962C8B-B14F-4D97-AF65-F5344CB8AC3E}">
        <p14:creationId xmlns:p14="http://schemas.microsoft.com/office/powerpoint/2010/main" val="338645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Nonso Ndibe</dc:creator>
  <cp:lastModifiedBy>Nonso Ndibe</cp:lastModifiedBy>
  <cp:revision>3</cp:revision>
  <dcterms:created xsi:type="dcterms:W3CDTF">2025-02-17T10:40:50Z</dcterms:created>
  <dcterms:modified xsi:type="dcterms:W3CDTF">2025-02-17T10:45:51Z</dcterms:modified>
</cp:coreProperties>
</file>